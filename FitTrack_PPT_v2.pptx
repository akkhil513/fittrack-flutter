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457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" y="1417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2560320" cy="27432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2606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Fitness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100-Day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AWS  ·  Gemini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457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ITS-537-M53  ·  Summer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4173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Akhil Kumar Gollapalli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8013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Bhanu Prakash Cherukuri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8541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Pavani Gurram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56946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Gopi Krishna Javvaji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95351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Bobby Chowdary Lekkalapudi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3375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Bhavya Sree Deepthi Thota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github.com/akkhil513/FitTrack-Flutter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minute team presentation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8249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82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Sree Deepthi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App 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1709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3113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Prakash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Architecture &amp; State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2258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7977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79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761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Pavani Gurram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9718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Google Gemini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2807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2841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328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 Krishna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52044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AWS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33558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87705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858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Bobby Chowdary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06908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39044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42569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425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4407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 Gollapalli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46177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Future Features &amp; Q&amp;A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89520" y="4453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Bhavya Sree Deepthi Thota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Fitness Apps Today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Generic plans — not personalized to your body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957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Fragmented — separate apps for workout, nutrition, supplements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1693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626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AI guidance — no one telling you what to eat or lift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8386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958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Expensive — $15–30/month for quality personalization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 Solves This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AI-personalized plan from Google Gemini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350008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395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All-in-one: workout + nutrition + supplements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916936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6265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checklist tailored to your goals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483864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5295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to use — serverless AWS keeps costs low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 — App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Bhavya Sree Deepthi Thota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2788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creates your 100-day plan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417320"/>
            <a:ext cx="2788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554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1984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Logging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286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sets, reps, weights daily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417320"/>
            <a:ext cx="2788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1554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🥩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54496" y="1984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2286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via AI meal description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26080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0632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Checklist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794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&amp; habit reminders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18688" y="29260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2926080"/>
            <a:ext cx="2788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218688" y="30632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10128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Progress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794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+ timeline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29260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2926080"/>
            <a:ext cx="278892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6163056" y="30632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🌓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54496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4496" y="3794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or light — user choice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Bhanu Prakash Cherukuri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8013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screens/  →  Login, Register, Onboarding, Dashboard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widgets/  →  Shared reusable components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→  ApiService, AuthService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providers/ → State management 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8013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dark/light theme via ThemeProvider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color tokens — no hardcoded colors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Navigator.push/pop for screen transitions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 + StatelessWidget separation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163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 →  Login / Register  →  Onboarding (5 steps)  →  AI Generation  →  Dashboard  →  Today | Plan | Log | Profile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794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3.44.2  ·  Dart 3.12.2  ·  6 screens  ·  iOS + Android + Web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— Provider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Bhanu Prakash Cherukuri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Provider?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API  ·  Officially recommended by Flutter  ·  ChangeNotifier pattern  ·  Easy for all team skill levels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4884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token, userName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signIn(), signOut()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2148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2148840"/>
            <a:ext cx="20116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UserProvider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measurements, dayNumber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loadUser()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148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2148840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PlanProvider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training schedule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generatePlan(), polling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2148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21488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894576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94576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isDark toggle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toggleTheme()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calls context.watch&lt;Provider&gt;()  →  Provider calls notifyListeners()  →  Widget rebuilds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Google Gemini 3.5 Flash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Pavani Gurram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Plan Generation 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3794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37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6537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completes 5-step onboarding with body stats, goals, training, nutrition &amp; supplements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350008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43230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sends full profile to AWS Lambda via POST /plans/generate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2916936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992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calls Gemini 3.5 Flash API with structured JSON prompt (age, weight, goals, etc.)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38728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538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483864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566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personalized JSON: training split, nutrition targets, supplements, daily checklist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105656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105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4050792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1330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polls GET /plans/{userId} every 5 seconds until status = READY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Gemini Generates For Each User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Pavani Gurram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5087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 (recomp → bulk), progressive overload, specific to body type &amp; experience level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84832"/>
            <a:ext cx="54864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76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TRAINING SPLIT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1762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PPL schedule with exercises, sets, reps, rest times — back always with biceps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52344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52344"/>
            <a:ext cx="54864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🥩  NUTRITION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43784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calorie &amp; protein targets from bodyweight + goal. Meal timing around training.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11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SUPPLEMENTS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351129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Creatine, Whey Isolate (brand recs), D3, Omega-3 — dosage &amp; timing for each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8736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87368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78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DAILY CHECKLIST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417880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measurable items: "Hit 160g protein by 8PM", "5g Creatine post-workout"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— AWS DynamoDB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Gopi Krishna Javvaji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64008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fittrack-users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userId (PK)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 · lastName · email · username · startDate · measurements · mealTemplates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60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fittrack-plans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userId (PK)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training (JSON) · nutrition · supplements · recovery · dailyChecklist · status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520440"/>
            <a:ext cx="64008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11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fittrack-logs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userId (PK) + date (SK)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7033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(JSON) · protein · calories · water · sleep · checklist · foodEntries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526280"/>
            <a:ext cx="85953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→  ApiService  →  API Gateway  →  Lambda (Java/Quarkus)  →  DynamoDB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Serverless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Gopi Krishna Javvaji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Cognito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508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API Gateway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endpoints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508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54496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Java/Quarkus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calls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175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DynamoDB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request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29260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30175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3383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29260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30175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Mgr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54496" y="3383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key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fetch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How We Solved Them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Bobby Chowdary Lekkalapudi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64008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72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Timeout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Gemini takes 30–60s but API Gateway limit is 30s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5544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Async polling: save GENERATING → Flutter polls every 5s until READY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40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Deprecated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gemini-2.0-flash shut down mid-development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4231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Abstracted AIService → single line change to gemini-3.5-flash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54680"/>
            <a:ext cx="64008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09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Lambda could not access Gemini key in Secrets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2918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Added secretsmanager:GetSecretValue to Lambda IAM role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23360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8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Errors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Async calls completed after widget was disposed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41605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Added if (!mounted) return before every setState in async methods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Bobby Chowdary Lekkalapudi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mounted before setState. Widget lifecycle is critical in async Flutter apps.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than Bloc/Riverpod. ChangeNotifier + notifyListeners = easy reactive UI.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deprecate fast. Abstracted service layers make switching painless.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service needs explicit Lambda permissions. Security is granular by default.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a JSON schema in the prompt = reliable output. Free-form parsing is fragile.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AI operations need polling. Synchronous waits behind gateway timeouts always fail.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Features &amp;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Akhil Kumar Gollapalli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Push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5270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reminders &amp; rest timers via Firebase Cloud Messaging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84832"/>
            <a:ext cx="54864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76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AI Weekly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Sunday: analyze 7 days of logs → suggest weight increases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52344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52344"/>
            <a:ext cx="54864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43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Multi-Duration Challenges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8620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45 / 75-day options with challenge extension &amp; day carry-over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11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Progress Photos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52958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S3-stored comparison with side-by-side visual interface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8736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87368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78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App Store Launch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41970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via Xcode + Apple Developer account for public release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 — Disclosure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required by course academic integrity policy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8595360" cy="118872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508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3.5 Flash (Core AI Feature)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8013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runtime to generate personalized fitness plans and calculate meal macros for users.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primary AI integration visible and functional within the app itself.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118872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8892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880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— Anthropic (Development Assistance Only)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31729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debugging Flutter/Java code, architectural guidance, and boilerplate code generation during development.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to generate any written content in the academic paper.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written paper content is the original work of the team members.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2606040"/>
            <a:ext cx="6400800" cy="27432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github.com/akkhil513/FitTrack-Flutter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 · Bhanu Prakash · Pavani · Gopi Krishna · Bobby Chowdary · Bhavya Deepthi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ITS-537-M53  ·  University of the Cumberlands  ·  Summer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2026-07-25T20:08:31Z</dcterms:created>
  <dcterms:modified xsi:type="dcterms:W3CDTF">2026-07-25T20:08:31Z</dcterms:modified>
</cp:coreProperties>
</file>